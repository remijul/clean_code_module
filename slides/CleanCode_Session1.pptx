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4B26F1-8F8B-4211-8444-FBB1FCCAF227}" v="2" dt="2026-02-13T17:42:33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850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émi Julien" userId="4b31857c740e815a" providerId="LiveId" clId="{54B7E14F-CB5B-4481-8929-6FE6B797E9E7}"/>
    <pc:docChg chg="undo redo custSel addSld delSld modSld modMainMaster">
      <pc:chgData name="Rémi Julien" userId="4b31857c740e815a" providerId="LiveId" clId="{54B7E14F-CB5B-4481-8929-6FE6B797E9E7}" dt="2026-02-13T17:49:07.012" v="71" actId="14100"/>
      <pc:docMkLst>
        <pc:docMk/>
      </pc:docMkLst>
      <pc:sldChg chg="mod chgLayout">
        <pc:chgData name="Rémi Julien" userId="4b31857c740e815a" providerId="LiveId" clId="{54B7E14F-CB5B-4481-8929-6FE6B797E9E7}" dt="2026-02-13T17:42:12.258" v="12" actId="700"/>
        <pc:sldMkLst>
          <pc:docMk/>
          <pc:sldMk cId="0" sldId="256"/>
        </pc:sldMkLst>
      </pc:sldChg>
      <pc:sldChg chg="mod chgLayout">
        <pc:chgData name="Rémi Julien" userId="4b31857c740e815a" providerId="LiveId" clId="{54B7E14F-CB5B-4481-8929-6FE6B797E9E7}" dt="2026-02-13T17:42:17.985" v="13" actId="700"/>
        <pc:sldMkLst>
          <pc:docMk/>
          <pc:sldMk cId="0" sldId="257"/>
        </pc:sldMkLst>
      </pc:sldChg>
      <pc:sldChg chg="modSp mod">
        <pc:chgData name="Rémi Julien" userId="4b31857c740e815a" providerId="LiveId" clId="{54B7E14F-CB5B-4481-8929-6FE6B797E9E7}" dt="2026-02-13T17:49:07.012" v="71" actId="14100"/>
        <pc:sldMkLst>
          <pc:docMk/>
          <pc:sldMk cId="0" sldId="263"/>
        </pc:sldMkLst>
        <pc:spChg chg="mod">
          <ac:chgData name="Rémi Julien" userId="4b31857c740e815a" providerId="LiveId" clId="{54B7E14F-CB5B-4481-8929-6FE6B797E9E7}" dt="2026-02-13T17:49:07.012" v="71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Rémi Julien" userId="4b31857c740e815a" providerId="LiveId" clId="{54B7E14F-CB5B-4481-8929-6FE6B797E9E7}" dt="2026-02-13T17:48:54.162" v="70" actId="404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Rémi Julien" userId="4b31857c740e815a" providerId="LiveId" clId="{54B7E14F-CB5B-4481-8929-6FE6B797E9E7}" dt="2026-02-13T17:45:47.859" v="69" actId="20577"/>
        <pc:sldMkLst>
          <pc:docMk/>
          <pc:sldMk cId="0" sldId="265"/>
        </pc:sldMkLst>
        <pc:spChg chg="mod">
          <ac:chgData name="Rémi Julien" userId="4b31857c740e815a" providerId="LiveId" clId="{54B7E14F-CB5B-4481-8929-6FE6B797E9E7}" dt="2026-02-13T17:45:47.859" v="69" actId="20577"/>
          <ac:spMkLst>
            <pc:docMk/>
            <pc:sldMk cId="0" sldId="265"/>
            <ac:spMk id="9" creationId="{00000000-0000-0000-0000-000000000000}"/>
          </ac:spMkLst>
        </pc:spChg>
      </pc:sldChg>
      <pc:sldChg chg="new del">
        <pc:chgData name="Rémi Julien" userId="4b31857c740e815a" providerId="LiveId" clId="{54B7E14F-CB5B-4481-8929-6FE6B797E9E7}" dt="2026-02-13T17:44:02.283" v="20" actId="680"/>
        <pc:sldMkLst>
          <pc:docMk/>
          <pc:sldMk cId="440358207" sldId="266"/>
        </pc:sldMkLst>
      </pc:sldChg>
      <pc:sldChg chg="new del">
        <pc:chgData name="Rémi Julien" userId="4b31857c740e815a" providerId="LiveId" clId="{54B7E14F-CB5B-4481-8929-6FE6B797E9E7}" dt="2026-02-13T17:42:23.666" v="15" actId="680"/>
        <pc:sldMkLst>
          <pc:docMk/>
          <pc:sldMk cId="490997693" sldId="266"/>
        </pc:sldMkLst>
      </pc:sldChg>
      <pc:sldChg chg="new del">
        <pc:chgData name="Rémi Julien" userId="4b31857c740e815a" providerId="LiveId" clId="{54B7E14F-CB5B-4481-8929-6FE6B797E9E7}" dt="2026-02-13T17:38:35.339" v="3" actId="680"/>
        <pc:sldMkLst>
          <pc:docMk/>
          <pc:sldMk cId="839457863" sldId="266"/>
        </pc:sldMkLst>
      </pc:sldChg>
      <pc:sldChg chg="new del">
        <pc:chgData name="Rémi Julien" userId="4b31857c740e815a" providerId="LiveId" clId="{54B7E14F-CB5B-4481-8929-6FE6B797E9E7}" dt="2026-02-13T17:38:30.436" v="1" actId="680"/>
        <pc:sldMkLst>
          <pc:docMk/>
          <pc:sldMk cId="1199979768" sldId="266"/>
        </pc:sldMkLst>
      </pc:sldChg>
      <pc:sldMasterChg chg="addSp delSp modSp mod setBg modSldLayout">
        <pc:chgData name="Rémi Julien" userId="4b31857c740e815a" providerId="LiveId" clId="{54B7E14F-CB5B-4481-8929-6FE6B797E9E7}" dt="2026-02-13T17:45:38.184" v="54" actId="1076"/>
        <pc:sldMasterMkLst>
          <pc:docMk/>
          <pc:sldMasterMk cId="0" sldId="2147483648"/>
        </pc:sldMasterMkLst>
        <pc:picChg chg="add del mod">
          <ac:chgData name="Rémi Julien" userId="4b31857c740e815a" providerId="LiveId" clId="{54B7E14F-CB5B-4481-8929-6FE6B797E9E7}" dt="2026-02-13T17:40:58.951" v="6" actId="478"/>
          <ac:picMkLst>
            <pc:docMk/>
            <pc:sldMasterMk cId="0" sldId="2147483648"/>
            <ac:picMk id="3" creationId="{4A0A643B-B7B7-EFB5-0ACB-267CF7D6C266}"/>
          </ac:picMkLst>
        </pc:picChg>
        <pc:picChg chg="add mod">
          <ac:chgData name="Rémi Julien" userId="4b31857c740e815a" providerId="LiveId" clId="{54B7E14F-CB5B-4481-8929-6FE6B797E9E7}" dt="2026-02-13T17:45:38.184" v="54" actId="1076"/>
          <ac:picMkLst>
            <pc:docMk/>
            <pc:sldMasterMk cId="0" sldId="2147483648"/>
            <ac:picMk id="5" creationId="{86FCCE34-992B-BC2D-4E1A-9FDFE3325C23}"/>
          </ac:picMkLst>
        </pc:picChg>
        <pc:sldLayoutChg chg="setBg">
          <pc:chgData name="Rémi Julien" userId="4b31857c740e815a" providerId="LiveId" clId="{54B7E14F-CB5B-4481-8929-6FE6B797E9E7}" dt="2026-02-13T17:41:23.577" v="11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931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6FCCE34-992B-BC2D-4E1A-9FDFE3325C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85684" y="4806539"/>
            <a:ext cx="572632" cy="33696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Code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Lire, comprendre et documenter du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/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Data &amp; Strategy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le Clean Code 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3B82F6">
              <a:alpha val="9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"Any fool can write code that a computer can understand. Good programmers write code that </a:t>
            </a:r>
            <a:r>
              <a:rPr lang="en-US" sz="18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</a:t>
            </a: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understand."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Martin Fowler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9436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temps d'un dev est passé à LIRE du code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5603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91840" y="2743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10x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42900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coûteux de corriger un bug en prod vs en dev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5603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126480" y="27432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mois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26364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comprendre un code legacy mal documenté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dette technique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 de choix techniques sous-optimaux qui ralentissent le développement futur.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2926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3152" cy="2926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sans documentation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Variables mal nommées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Copier-coller au lieu de factoriser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Corrections rapides ("ça marche")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Absence de revue de code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292608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73152" cy="2926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Conséquences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Temps de compréhension ×10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Bugs récurrents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Onboarding difficile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Réticence à modifier le code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Coût de maintenance explosif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Naviguer dans la documentation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help()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intégrée Python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1280160"/>
            <a:ext cx="4389120" cy="731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297680" y="1417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help(pd.DataFrame.merge)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/ ??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Raccourcis Jupyter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2560320"/>
            <a:ext cx="4389120" cy="731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297680" y="2697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docs.python.org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officielle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3840480"/>
            <a:ext cx="4389120" cy="73152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297680" y="3977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pandas.pydata.org/docs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Interpréter du code existant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Méthodologie de lecture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 d'ensemble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8328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imports, classes/fonctions principales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d'entrée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240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 main(), la fonction appelée en premier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Flux de données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926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viennent les inputs ? Où vont les outputs 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Blocs logiques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3611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mentalement chaque section (chargement, transformation, export)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Anti-patterns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4297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le code dupliqué, les magic numbers, le code mort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Anti-patterns à repérer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Magic Numbers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status == 3: → if status == STATUS_ACTIVE: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dupliqué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lignes copiées-collées → factoriser en fonction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645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God Object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qui fait tout → diviser en responsabilités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💀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mort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jamais appelées → supprimer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01752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29184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38328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Nommage obscur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931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temp, data2 → revenue, cleaned_df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01752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12648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1792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Fonctions géantes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3931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 lignes → découper en sous-fonctions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Commenter vs Documenter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Commentaires #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utiliser 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Expliquer le POURQUOI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Avertir d'un piège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TODO / FIXME temporaires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 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Paraphraser le code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Commentaires obsolètes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Commenter du code mort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93776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Docstrings """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Début de module/classe/fonction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Description du comportement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Paramètres (Args)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Valeurs de retour (Returns)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Exceptions (Raises)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Exemples d'utilisation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Accessible via help()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Conventions de docstrings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NumPy (recommandé pour data science)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0229"/>
            <a:ext cx="8229600" cy="3526091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calculate_revenue(transactions, tax_rate=0.2):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Calcule le revenu total après application de la taxe.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Parameters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----------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transactions : pd.DataFrame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DataFrame contenant les colonnes 'amount' et 'quantity'.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tax_rate : float, optional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Taux de taxe à appliquer (default: 0.2).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-------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Revenu total après taxe.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Examples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--------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&gt;&gt;&gt; df = pd.DataFrame({'amount': [100, 200], 'quantity': [1, 2]})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&gt;&gt;&gt; calculate_revenue(df, tax_rate=0.1)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450.0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Structurer un projet data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mon_projet/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data/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raw/          # Données brutes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processed/    # Données nettoyées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notebooks/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exploration.ipynb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src/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__init__.py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data_loader.py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transformations.py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utils.py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📁 tests/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Séparation des responsabilités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= une fonction principale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01168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9377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Imports relatifs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.utils import clean_data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92608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93776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 centralisée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Chemins, constantes dans config.py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84048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93776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__init__.py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l'API publique du module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 Session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 clean code réduit la dette technique et facilite la maintenance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Utiliser help(), ? et la documentation officielle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Lire le code méthodiquement : structure → flux → détails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Repérer les anti-patterns : magic numbers, duplication, nommage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Documenter avec des docstrings NumPy style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Organiser son projet avec une structure claire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606933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00" i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</a:t>
            </a:r>
            <a:r>
              <a:rPr lang="en-US" sz="14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Session 2 - Audit et </a:t>
            </a:r>
            <a:r>
              <a:rPr lang="en-US" sz="1400" i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14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propre avec Pandas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</Words>
  <Application>Microsoft Office PowerPoint</Application>
  <PresentationFormat>Affichage à l'écran (16:9)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Code - Session 1</dc:title>
  <dc:subject>PptxGenJS Presentation</dc:subject>
  <dc:creator>Module Clean Code - Master 2 Data &amp; Strategy</dc:creator>
  <cp:lastModifiedBy>Rémi Julien</cp:lastModifiedBy>
  <cp:revision>1</cp:revision>
  <dcterms:created xsi:type="dcterms:W3CDTF">2026-02-13T09:00:45Z</dcterms:created>
  <dcterms:modified xsi:type="dcterms:W3CDTF">2026-02-13T17:49:12Z</dcterms:modified>
</cp:coreProperties>
</file>